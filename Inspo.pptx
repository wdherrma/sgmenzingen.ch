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AC124C-283E-D975-8547-0F452795A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D7EB238-24E6-57A5-3FA1-06FD66A2B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C7416D-4007-128A-7F6D-4D48E5F45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E954-E283-4444-A069-287F5C4EF701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4ADD23-C300-9738-ABAB-2B1A95925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C1ACCC-ADEC-ED36-BA61-BAF7466B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A410-F329-467A-A383-558485CD278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06387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640A7-812D-B4D9-4782-806A6D56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915F57-25F0-628F-2808-71D520310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D025D6-6B47-D883-0BF7-FA337F0D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E954-E283-4444-A069-287F5C4EF701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8DBB06-B292-C332-D7A7-C80ED801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82FACD-61D3-ED57-AE5C-42D509993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A410-F329-467A-A383-558485CD278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39065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BB372D-56F5-725E-70A2-311BAEBD6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55DF49-54B2-843E-2526-28AD8B9E9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DB5247-1F68-593B-280B-2223A7BFE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E954-E283-4444-A069-287F5C4EF701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2734E9-7A21-69A4-6A9F-779A2FF4E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1D62E0-58EB-A603-00A6-C4CD9CD0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A410-F329-467A-A383-558485CD278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7341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183FC-94B6-C008-2C92-C077F558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6E4010-C7EC-BB17-A496-EB0ABAFAE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A5630C-3952-4EDC-8A01-081A7191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F3A59E-D79A-F49B-56DF-421C8D648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E954-E283-4444-A069-287F5C4EF701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5B6199-A301-21C4-C5BB-BA389F457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8D2574-AAAF-AF4C-AC80-E639ADC5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A410-F329-467A-A383-558485CD278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2952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ABFEE0-ADB4-0DB4-C228-140544A9B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560C53-EE0B-E223-794C-9588F6619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C4EE2E-8471-32C9-8FF3-50C83F976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4CB3372-2143-0742-699F-B904845622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6BE14D-5566-4228-760B-55B6C8AEA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B78FFCA-5604-DA88-2C4E-302FF985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E954-E283-4444-A069-287F5C4EF701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045793-D1EF-E31F-E634-F849790C8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4911DB5-AF21-3717-C703-E17DECAC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A410-F329-467A-A383-558485CD278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8389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57D414-6929-353B-B482-ABFB1F086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3DD2120-ACE0-764B-B098-6377D06A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E954-E283-4444-A069-287F5C4EF701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6DFC55-3A85-6FBD-8156-AC6DF9752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EE04EC-2AB4-56B6-75D8-DFE6E3AD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A410-F329-467A-A383-558485CD278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4745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76727ED-B54F-E0F2-6728-C435B239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E954-E283-4444-A069-287F5C4EF701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9DF490-92AA-3FD7-C31A-0405DF754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EB059D-A342-4DE8-1CE2-E4D39C97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A410-F329-467A-A383-558485CD278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310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45CD42-9F09-C41D-BE2E-103ED71D7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996D99-EEC8-680A-5BC5-85D6DBAF5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3EA79B-9DC7-DADE-6BEC-F6C50B58A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FBC08C-E717-B926-F896-B69AFD7BB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E954-E283-4444-A069-287F5C4EF701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0A0F19-6010-990B-142D-C98AFFAF8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103FD9-E988-C334-4C4C-12EE0C0D4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A410-F329-467A-A383-558485CD278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19359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D64442-BF36-B23D-DDDD-188A711C3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64A06CE-1815-FCCC-AA7B-046BEA652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3E608C-E087-C415-F281-D727A3015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51B8B9-705F-E487-D6D4-5DA2845B3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E954-E283-4444-A069-287F5C4EF701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94BE9D-11B8-FA3C-EBD5-8A4A12505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373D2E-1458-F3DF-25BE-0B65A0238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A410-F329-467A-A383-558485CD278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47732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B4CB98-83BE-3FA7-17C2-ADF3B46B5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04DD652-407C-9EC1-7C30-A88FF071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3926CD-E2C3-B876-1246-DCA805FD2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E954-E283-4444-A069-287F5C4EF701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3CF853-CD8E-5265-035A-E04227B1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7B948C-394D-B4AF-271C-428B9CC7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A410-F329-467A-A383-558485CD278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5638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50FC419-A5CF-EAA7-71C6-4B0FC1ABCB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5CD42BE-79E1-CDDC-F3BE-7A187F898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CFBEB6-A7D6-48AA-CCC7-64D186E9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BE954-E283-4444-A069-287F5C4EF701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7F372F-010C-006B-C17C-EE9A37F2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96690B-5958-569E-4E21-D1F273D1B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5A410-F329-467A-A383-558485CD278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97531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B0D19C-6A8B-AE54-4D9C-153F7D4D0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8C6EBB-D747-FBA7-E5E8-0E169573F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0993FF-30B4-A0F8-D707-95EADE214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BE954-E283-4444-A069-287F5C4EF701}" type="datetimeFigureOut">
              <a:rPr lang="de-CH" smtClean="0"/>
              <a:t>19.11.2025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DAF191-72D1-7A2F-28AC-64A56AD11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C681C4-1477-F756-23F3-34D1F7AD1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5A410-F329-467A-A383-558485CD278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228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DDF9F2-865F-ADD7-6AB5-F2A2D4BF4E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 err="1"/>
              <a:t>Inspo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EE48A7D-8D92-8A40-B0DC-2F342758B2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SGM Website</a:t>
            </a:r>
          </a:p>
        </p:txBody>
      </p:sp>
    </p:spTree>
    <p:extLst>
      <p:ext uri="{BB962C8B-B14F-4D97-AF65-F5344CB8AC3E}">
        <p14:creationId xmlns:p14="http://schemas.microsoft.com/office/powerpoint/2010/main" val="3629754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E2267CE-49B8-B98E-58DA-0266B79EC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404390"/>
            <a:ext cx="5868219" cy="604921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0F73440-21E6-9015-1485-A75098D6C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043" y="404390"/>
            <a:ext cx="6573167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92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A68B5E1-D617-BC13-75C1-CBDBB5A48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691" y="239770"/>
            <a:ext cx="8357755" cy="318923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04A9817-2442-50A3-22C3-5345F0E95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882" y="3688431"/>
            <a:ext cx="5302006" cy="308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09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Breitbild</PresentationFormat>
  <Paragraphs>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Inspo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NTWS06</dc:creator>
  <cp:lastModifiedBy>NTWS06</cp:lastModifiedBy>
  <cp:revision>1</cp:revision>
  <dcterms:created xsi:type="dcterms:W3CDTF">2025-11-19T17:56:17Z</dcterms:created>
  <dcterms:modified xsi:type="dcterms:W3CDTF">2025-11-19T17:59:25Z</dcterms:modified>
</cp:coreProperties>
</file>